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D11EA0-407E-408B-9B7B-461E811CD12B}">
  <a:tblStyle styleId="{B3D11EA0-407E-408B-9B7B-461E811CD1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stackpointer.io/security/nginx-disable-version-header/404/attachment/security/" TargetMode="Externa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05575"/>
            <a:ext cx="121920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75597" y="1104900"/>
            <a:ext cx="644080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Database Auditing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 Security System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2647950"/>
            <a:ext cx="952500" cy="571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29025" y="432435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80"/>
                </a:solidFill>
                <a:latin typeface="Lato"/>
                <a:ea typeface="Lato"/>
                <a:cs typeface="Lato"/>
                <a:sym typeface="Lato"/>
              </a:rPr>
              <a:t>HITEC University Taxila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629024" y="4800600"/>
            <a:ext cx="544966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Shah Sayed Meran (24-CS-087) | Assam Sajjad (24-CS-236)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3629025" y="527685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Submitted to: Sir Waqar Ismail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33612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33612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05263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538" y="205263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838" y="20526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94228" y="3357562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Frontend Bypass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3881437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Hackers or rogue staff often bypass websites to access database engines directly, leaving no traces.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72375" y="33575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No History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44925" y="38814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databases only store current data. They don't save what the value was *before* a malicious change.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50679" y="3357562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Structural Threats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23225" y="3881437"/>
            <a:ext cx="2901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Unauthorized users can accidentally drop tables or alter critical structures, causing permanent data loss.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17675" y="26717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67251" y="26717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45550" y="26717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Problem We Are Solving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2814637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80"/>
                </a:solidFill>
                <a:latin typeface="Lato"/>
                <a:ea typeface="Lato"/>
                <a:cs typeface="Lato"/>
                <a:sym typeface="Lato"/>
              </a:rPr>
              <a:t>Moving Security into the Database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9312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52500" y="33480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Build security entirely inside Microsoft SQL Server.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3824287"/>
            <a:ext cx="5238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 logic is "Inescapable" because it lives in the engine.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3005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automated logging of every single modification.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47767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Automatic rollback of unauthorized structural changes.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Proposed Solution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480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24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00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767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6487"/>
            <a:ext cx="34924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7648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76487"/>
            <a:ext cx="34924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94228" y="35004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Data Auditing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4024312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Tracks updates and deletes. Saves "Who", "When", and "What" (Old vs New values).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572375" y="350043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Schema Guard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44925" y="4024312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Prevents dropping or altering tables by non-admins using DDL triggers.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50679" y="35004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Access Control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23225" y="4024312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Restricts direct data entry. Users must use secure Procedures with role checks.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6250" y="281463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14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400" y="28146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System Core Features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304323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47198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80"/>
                </a:solidFill>
                <a:latin typeface="Lato"/>
                <a:ea typeface="Lato"/>
                <a:cs typeface="Lato"/>
                <a:sym typeface="Lato"/>
              </a:rPr>
              <a:t>TRANSPARENCY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81750" y="258127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Automatic Tracking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381750" y="3048000"/>
            <a:ext cx="5238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DML Triggers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monitor the Financial_Records table. Every time a value is changed: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0" y="38290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grabs the system username.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430530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records the exact timestamp.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62750" y="47815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stores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Old Balance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New Balance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DML Trigger: The Security Camera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29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05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7815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Schema Guard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4">
            <a:alphaModFix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6096000" y="0"/>
            <a:ext cx="6096000" cy="694508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2357437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Structural Protection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28241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system uses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DDL Triggers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watch the entire database structure.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3776662"/>
            <a:ext cx="4953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anyone tries to run a DROP TABLE or ALTER TABLE command, the system intercepts it instantly.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47482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 alert is logged, and the command is rolled back automatically. The data structure remains safe!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7422C-34C5-479C-BD43-BA46789117B9}"/>
              </a:ext>
            </a:extLst>
          </p:cNvPr>
          <p:cNvSpPr txBox="1"/>
          <p:nvPr/>
        </p:nvSpPr>
        <p:spPr>
          <a:xfrm>
            <a:off x="6096000" y="6477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stackpointer.io/security/nginx-disable-version-header/404/attachment/security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/3.0/"/>
              </a:rPr>
              <a:t>CC BY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571500" y="54864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Identifying "High Risk" spikes using </a:t>
            </a: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Scalar Functions</a:t>
            </a: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to detect rapid-fire hacks.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Risk Detection &amp; Activity Trends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349240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66950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66950"/>
            <a:ext cx="349240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66975"/>
            <a:ext cx="30923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675" y="2466975"/>
            <a:ext cx="30924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27975" y="2466975"/>
            <a:ext cx="30923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694216" y="4086225"/>
            <a:ext cx="324696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MS SQL Server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71525" y="4610100"/>
            <a:ext cx="3092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robust database engine hosting our secure schemas.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472363" y="4086225"/>
            <a:ext cx="324712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T-SQL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4549675" y="4610100"/>
            <a:ext cx="30924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Advanced procedural language used for Triggers and Logic.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250666" y="4086225"/>
            <a:ext cx="324696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SSMS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8327975" y="4610100"/>
            <a:ext cx="3092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Management Studio used for design and performance monitoring.</a:t>
            </a:r>
            <a:endParaRPr/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050" y="2476500"/>
            <a:ext cx="30733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59200" y="2476500"/>
            <a:ext cx="30734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37500" y="2476500"/>
            <a:ext cx="30733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/>
          <p:nvPr/>
        </p:nvSpPr>
        <p:spPr>
          <a:xfrm>
            <a:off x="571500" y="437673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10733" y="3552825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API Layer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571500" y="4476750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Java Spring Boot integration for secure web access.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3383413" y="3552825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Admin UI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444180" y="4476750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React dashboard for real-time audit visualization.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256094" y="3552825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AI Insights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316860" y="4476750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Predicting future breaches using machine learning.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9128774" y="3552825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Cloud Migration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9189541" y="4476750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Scaling to Azure/AWS for global data availability.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Scaling &amp; Extensibility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1672530" y="4057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38100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4545210" y="4057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38100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7417891" y="4057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38100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10290571" y="4057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38100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4000738" y="1623119"/>
            <a:ext cx="4190523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008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053012" y="2472630"/>
            <a:ext cx="2085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3929062" y="3806130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80"/>
                </a:solidFill>
                <a:latin typeface="Lato"/>
                <a:ea typeface="Lato"/>
                <a:cs typeface="Lato"/>
                <a:sym typeface="Lato"/>
              </a:rPr>
              <a:t>Shah Sayed Meran &amp; Assam Sajjad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3929062" y="4282380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Department of Computer Science | HITEC University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428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</vt:lpstr>
      <vt:lpstr>Arial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Sayed Meran</cp:lastModifiedBy>
  <cp:revision>5</cp:revision>
  <dcterms:modified xsi:type="dcterms:W3CDTF">2026-06-29T04:24:01Z</dcterms:modified>
</cp:coreProperties>
</file>